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RMS Web App – UI Screens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Pages &amp; Functionality – Solar Pump Remote Monitoring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Mobile/Email</a:t>
            </a:r>
          </a:p>
          <a:p>
            <a:r>
              <a:t>- Password</a:t>
            </a:r>
          </a:p>
          <a:p>
            <a:r>
              <a:t>- Yup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Device count summary</a:t>
            </a:r>
          </a:p>
          <a:p>
            <a:r>
              <a:t>- Live device chart</a:t>
            </a:r>
          </a:p>
          <a:p>
            <a:r>
              <a:t>- Optional map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Devices List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IMEI, SIM, Customer</a:t>
            </a:r>
          </a:p>
          <a:p>
            <a:r>
              <a:t>- Status, Actions</a:t>
            </a:r>
          </a:p>
          <a:p>
            <a:r>
              <a:t>- Search + Pagination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Detail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Tabs: Live Data, Historical, Config, Commands</a:t>
            </a:r>
          </a:p>
          <a:p>
            <a:r>
              <a:t>- Realtime chart</a:t>
            </a:r>
          </a:p>
          <a:p>
            <a:r>
              <a:t>- Export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 Device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Select device(s)</a:t>
            </a:r>
          </a:p>
          <a:p>
            <a:r>
              <a:t>- Assign to customer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Upload Devices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Excel upload</a:t>
            </a:r>
          </a:p>
          <a:p>
            <a:r>
              <a:t>- Preview parsed data</a:t>
            </a:r>
          </a:p>
          <a:p>
            <a:r>
              <a:t>- Confirm and save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Data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Select device</a:t>
            </a:r>
          </a:p>
          <a:p>
            <a:r>
              <a:t>- Date filter</a:t>
            </a:r>
          </a:p>
          <a:p>
            <a:r>
              <a:t>- Table + chart</a:t>
            </a:r>
          </a:p>
          <a:p>
            <a:r>
              <a:t>- Export Excel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Console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Read/Write command</a:t>
            </a:r>
          </a:p>
          <a:p>
            <a:r>
              <a:t>- Address, value</a:t>
            </a:r>
          </a:p>
          <a:p>
            <a:r>
              <a:t>- Response viewer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 Templates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Create/edit templates</a:t>
            </a:r>
          </a:p>
          <a:p>
            <a:r>
              <a:t>- Address-value pairs</a:t>
            </a:r>
          </a:p>
          <a:p>
            <a:r>
              <a:t>- Apply to device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Fault log</a:t>
            </a:r>
          </a:p>
          <a:p>
            <a:r>
              <a:t>- Status filter</a:t>
            </a:r>
          </a:p>
          <a:p>
            <a:r>
              <a:t>- Mark as resolved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History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Device</a:t>
            </a:r>
          </a:p>
          <a:p>
            <a:r>
              <a:t>- Command type</a:t>
            </a:r>
          </a:p>
          <a:p>
            <a:r>
              <a:t>- Address</a:t>
            </a:r>
          </a:p>
          <a:p>
            <a:r>
              <a:t>- Status/response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Profile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Name, Email</a:t>
            </a:r>
          </a:p>
          <a:p>
            <a:r>
              <a:t>- Change password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