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RMS Web App – Functional &amp; Technical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Solar-Powered Irrigation Pump Remote Management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Functional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Device Management (Register, Assign, Upload)</a:t>
            </a:r>
          </a:p>
          <a:p>
            <a:r>
              <a:t>- Real-time Monitoring (Status, Charts, Alerts)</a:t>
            </a:r>
          </a:p>
          <a:p>
            <a:r>
              <a:t>- Command Execution (Read/Write Modbus Addresses)</a:t>
            </a:r>
          </a:p>
          <a:p>
            <a:r>
              <a:t>- Historical Data Visualization and Export</a:t>
            </a:r>
          </a:p>
          <a:p>
            <a:r>
              <a:t>- Configuration Templates for Standardized Setup</a:t>
            </a:r>
          </a:p>
          <a:p>
            <a:r>
              <a:t>- Alert and Fault Logging</a:t>
            </a:r>
          </a:p>
          <a:p>
            <a:r>
              <a:t>- Secure User Authentication and Profile Management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Frontend: React (Vite), React Bootstrap, React Router, Redux Toolkit</a:t>
            </a:r>
          </a:p>
          <a:p>
            <a:r>
              <a:t>- Forms: React Hook Form + Yup validation</a:t>
            </a:r>
          </a:p>
          <a:p>
            <a:r>
              <a:t>- Backend: Express.js REST API</a:t>
            </a:r>
          </a:p>
          <a:p>
            <a:r>
              <a:t>- Database: MySQL (Prisma ORM)</a:t>
            </a:r>
          </a:p>
          <a:p>
            <a:r>
              <a:t>- MQTT Broker: EMQX hosted at mqtt.macsoftautomations.in</a:t>
            </a:r>
          </a:p>
          <a:p>
            <a:r>
              <a:t>- MQTT Topics: device/{imei}/data, /commands, /response</a:t>
            </a:r>
          </a:p>
          <a:p>
            <a:r>
              <a:t>- Background Services: Node.js MQTT subscribers (ETL, command handler)</a:t>
            </a:r>
          </a:p>
          <a:p>
            <a:r>
              <a:t>- Export: Excel, PDF (future)</a:t>
            </a:r>
          </a:p>
          <a:p>
            <a:r>
              <a:t>- Deployment: VPS / Cloud / Docker (planned)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High-Level Data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Device boots and requests MQTT credentials via HTTP</a:t>
            </a:r>
          </a:p>
          <a:p>
            <a:r>
              <a:t>2. RMS returns broker host, credentials, and topics</a:t>
            </a:r>
          </a:p>
          <a:p>
            <a:r>
              <a:t>3. Device publishes telemetry every 15 minutes to EMQX</a:t>
            </a:r>
          </a:p>
          <a:p>
            <a:r>
              <a:t>4. Background listener subscribes, logs data to DB</a:t>
            </a:r>
          </a:p>
          <a:p>
            <a:r>
              <a:t>5. Web app retrieves and visualizes data</a:t>
            </a:r>
          </a:p>
          <a:p>
            <a:r>
              <a:t>6. Commands are sent from UI via MQTT, responses logged</a:t>
            </a:r>
          </a:p>
          <a:p>
            <a:r>
              <a:t>7. Users view device health, logs, and send config commands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